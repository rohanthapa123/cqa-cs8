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000250"/>
            <a:ext cx="10820400" cy="140017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en-US" sz="5400" b="1">
                <a:solidFill>
                  <a:srgbClr val="4F46E5"/>
                </a:solidFill>
              </a:rPr>
              <a:t>CODE ANALYZER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3600450"/>
            <a:ext cx="10820400" cy="24003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en-US" sz="2000" b="0">
                <a:solidFill>
                  <a:srgbClr val="1F2430"/>
                </a:solidFill>
              </a:rPr>
              <a:t>A Static Source-Code Analysis Platform for Python Repositories</a:t>
            </a:r>
          </a:p>
          <a:p>
            <a:pPr algn="ctr">
              <a:buNone/>
            </a:pPr>
            <a:endParaRPr lang="en-US"/>
          </a:p>
          <a:p>
            <a:pPr algn="ctr">
              <a:buNone/>
            </a:pPr>
            <a:r>
              <a:rPr lang="en-US" sz="2000" b="0">
                <a:solidFill>
                  <a:srgbClr val="1F2430"/>
                </a:solidFill>
              </a:rPr>
              <a:t>Presented By: Rohan Thapa</a:t>
            </a:r>
          </a:p>
          <a:p>
            <a:pPr algn="ctr">
              <a:buNone/>
            </a:pPr>
            <a:r>
              <a:rPr lang="en-US" sz="2000" b="0">
                <a:solidFill>
                  <a:srgbClr val="1F2430"/>
                </a:solidFill>
              </a:rPr>
              <a:t>Reg No: 6-2-22-51-2021</a:t>
            </a:r>
          </a:p>
          <a:p>
            <a:pPr algn="ctr">
              <a:buNone/>
            </a:pPr>
            <a:r>
              <a:rPr lang="en-US" sz="2000" b="0">
                <a:solidFill>
                  <a:srgbClr val="1F2430"/>
                </a:solidFill>
              </a:rPr>
              <a:t>BCA - Patan Multiple Campus, Tribhuvan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Introduction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Code quality is key to long-term software success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Large codebases accumulate complexity and duplication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Manual code review is slow and error-prone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Code Analyzer measures Python repo quality automatically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Connects to GitHub, clones a repo, and reports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Problem Statement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Poor code quality builds up technical debt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Complexity and duplication are noticed too late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Existing tools are heavy and hard to configure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Developers lack clear, objective quality metrics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Need a lightweight, GitHub-connected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Objectives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Analyze Python GitHub repositories automatically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Measure cyclomatic complexity of every function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Detect duplicate code using the Winnowing algorithm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Assess maintainability (Halstead + Maintainability Index)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Produce an overall repository health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Methodology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Agile (iterative) development model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Requirement gathering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System design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Iterative development in sprints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Testing (unit + system)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Deployment and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Requirement Analysis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Functional: sign up / log in (JWT)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Functional: connect GitHub via OAuth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Functional: select and analyze a repository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Functional: view dashboard and download report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Non-Functional: fast, secure, scalable, reliable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Non-Functional: simple, easy-to-use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Algorithms Used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Three core analysis algorithms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Cyclomatic Complexity - code complexity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Winnowing - duplicate code detection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Halstead + Maintainability Index - maintainability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Combined into a 0-100 repository health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1. Cyclomatic Complexity (McCabe)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Measures independent paths in a function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Counts decision points via the AST (radon)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Formula:  M = D + 1  (D = decision points)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Flags high-risk functions (CC &gt; 10)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Reports per-function and repository 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2. Winnowing Algorithm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Detects duplicate / copied code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Normalizes source code using the AST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Builds k-grams, hashes them, selects fingerprints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Compares files using Jaccard similarity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Robust to renamed variables and reformatting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3. Halstead &amp; Maintainability Index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Counts operators and operands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Computes Volume, Difficulty and Effort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MI combines Volume + Complexity + Lines of Code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Score 0-100: Excellent, Good, Fair, Poor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Highlights the least maintainable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System Architecture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Frontend: Next.js / React (TypeScript)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Backend: FastAPI (Python)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Database: PostgreSQL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GitHub OAuth + shallow repository cloning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430"/>
                </a:solidFill>
              </a:rPr>
              <a:t>Analysis engine runs the three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350520"/>
            <a:ext cx="10820400" cy="100012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4F46E5"/>
                </a:solidFill>
              </a:rPr>
              <a:t>Expected Outcome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600200"/>
            <a:ext cx="10820400" cy="48006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Automatic code quality analysis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Detection of complex and duplicate code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Maintainability scoring per file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Overall repository health score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Downloadable reports for developers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1F2430"/>
                </a:solidFill>
              </a:rPr>
              <a:t>Useful for students and small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000250"/>
            <a:ext cx="10820400" cy="1400175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en-US" sz="5400" b="1">
                <a:solidFill>
                  <a:srgbClr val="4F46E5"/>
                </a:solidFill>
              </a:rPr>
              <a:t>Thank You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3600450"/>
            <a:ext cx="10820400" cy="24003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en-US" sz="2000" b="0">
                <a:solidFill>
                  <a:srgbClr val="1F2430"/>
                </a:solidFill>
              </a:rP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430"/>
      </a:dk2>
      <a:lt2>
        <a:srgbClr val="F4F5F7"/>
      </a:lt2>
      <a:accent1>
        <a:srgbClr val="4F46E5"/>
      </a:accent1>
      <a:accent2>
        <a:srgbClr val="6366F1"/>
      </a:accent2>
      <a:accent3>
        <a:srgbClr val="22C55E"/>
      </a:accent3>
      <a:accent4>
        <a:srgbClr val="F59E0B"/>
      </a:accent4>
      <a:accent5>
        <a:srgbClr val="EF4444"/>
      </a:accent5>
      <a:accent6>
        <a:srgbClr val="0EA5E9"/>
      </a:accent6>
      <a:hlink>
        <a:srgbClr val="4F46E5"/>
      </a:hlink>
      <a:folHlink>
        <a:srgbClr val="6D28D9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